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201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FC3CB"/>
                </a:solidFill>
                <a:latin typeface="Calibri"/>
              </a:rPr>
              <a:t>LECTURE 08  —  VISUALISING COMPLEX DATA AND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201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Visualising Complex Data and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E89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09944"/>
            <a:ext cx="11185855" cy="10972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1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572"/>
                </a:solidFill>
                <a:latin typeface="Calibri"/>
              </a:rPr>
              <a:t>Lecture 08 — Visualising Complex Data and Relationships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73951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57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